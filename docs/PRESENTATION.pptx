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
  <Relationship Id="rId14" Type="http://schemas.openxmlformats.org/officeDocument/2006/relationships/theme" Target="theme/theme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Title</a:t>
            </a:r>
          </a:p>
        </p:txBody>
      </p:sp>
      <p:sp>
        <p:nvSpPr>
          <p:cNvPr id="3" name="Body"/>
          <p:cNvSpPr txBox="1"/>
          <p:nvPr/>
        </p:nvSpPr>
        <p:spPr>
          <a:xfrm>
            <a:off x="914400" y="1600200"/>
            <a:ext cx="10363200" cy="4572000"/>
          </a:xfrm>
          <a:prstGeom prst="rect">
            <a:avLst/>
          </a:prstGeom>
        </p:spPr>
        <p:txBody>
          <a:bodyPr/>
          <a:lstStyle/>
          <a:p>
            <a:r>
              <a:rPr lang="en-US" sz="2400"/>
              <a:t>Cab Booking Management System</a:t>
            </a:r>
          </a:p>
          <a:p>
            <a:r>
              <a:rPr lang="en-US" sz="2400"/>
              <a:t>Final Year Major Project using React + Tailwind, Spring Boot, SQLite, Swagger, Docker, and config-driven generation.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Problem Statement</a:t>
            </a:r>
          </a:p>
        </p:txBody>
      </p:sp>
      <p:sp>
        <p:nvSpPr>
          <p:cNvPr id="3" name="Body"/>
          <p:cNvSpPr txBox="1"/>
          <p:nvPr/>
        </p:nvSpPr>
        <p:spPr>
          <a:xfrm>
            <a:off x="914400" y="1600200"/>
            <a:ext cx="10363200" cy="4572000"/>
          </a:xfrm>
          <a:prstGeom prst="rect">
            <a:avLst/>
          </a:prstGeom>
        </p:spPr>
        <p:txBody>
          <a:bodyPr/>
          <a:lstStyle/>
          <a:p>
            <a:r>
              <a:rPr lang="en-US" sz="2400"/>
              <a:t>Manual handling of Cab Booking Customers, Cab Booking Slots, Cab Bookings, Cab Booking Payments, and Cab Booking Cancellations causes delays, duplicate entries, weak reporting, and poor tracking in the cab booking domain.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Objectives</a:t>
            </a:r>
          </a:p>
        </p:txBody>
      </p:sp>
      <p:sp>
        <p:nvSpPr>
          <p:cNvPr id="3" name="Body"/>
          <p:cNvSpPr txBox="1"/>
          <p:nvPr/>
        </p:nvSpPr>
        <p:spPr>
          <a:xfrm>
            <a:off x="914400" y="1600200"/>
            <a:ext cx="10363200" cy="4572000"/>
          </a:xfrm>
          <a:prstGeom prst="rect">
            <a:avLst/>
          </a:prstGeom>
        </p:spPr>
        <p:txBody>
          <a:bodyPr/>
          <a:lstStyle/>
          <a:p>
            <a:r>
              <a:rPr lang="en-US" sz="2400"/>
              <a:t>Provide secure login, domain workflows, analytics dashboard, reports, audit history, seed data, documented APIs, and student-ready project material.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Existing System</a:t>
            </a:r>
          </a:p>
        </p:txBody>
      </p:sp>
      <p:sp>
        <p:nvSpPr>
          <p:cNvPr id="3" name="Body"/>
          <p:cNvSpPr txBox="1"/>
          <p:nvPr/>
        </p:nvSpPr>
        <p:spPr>
          <a:xfrm>
            <a:off x="914400" y="1600200"/>
            <a:ext cx="10363200" cy="4572000"/>
          </a:xfrm>
          <a:prstGeom prst="rect">
            <a:avLst/>
          </a:prstGeom>
        </p:spPr>
        <p:txBody>
          <a:bodyPr/>
          <a:lstStyle/>
          <a:p>
            <a:r>
              <a:rPr lang="en-US" sz="2400"/>
              <a:t>Existing work is usually managed using paper registers, spreadsheets, or disconnected tools with limited validation and reporting.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Proposed System</a:t>
            </a:r>
          </a:p>
        </p:txBody>
      </p:sp>
      <p:sp>
        <p:nvSpPr>
          <p:cNvPr id="3" name="Body"/>
          <p:cNvSpPr txBox="1"/>
          <p:nvPr/>
        </p:nvSpPr>
        <p:spPr>
          <a:xfrm>
            <a:off x="914400" y="1600200"/>
            <a:ext cx="10363200" cy="4572000"/>
          </a:xfrm>
          <a:prstGeom prst="rect">
            <a:avLst/>
          </a:prstGeom>
        </p:spPr>
        <p:txBody>
          <a:bodyPr/>
          <a:lstStyle/>
          <a:p>
            <a:r>
              <a:rPr lang="en-US" sz="2400"/>
              <a:t>Cab Booking Management System centralizes Cab Booking Customers, Cab Booking Slots, Cab Bookings, Cab Booking Payments, and Cab Booking Cancellations in one web application with a frontend dashboard, backend REST API, and SQLite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Technology Stack</a:t>
            </a:r>
          </a:p>
        </p:txBody>
      </p:sp>
      <p:sp>
        <p:nvSpPr>
          <p:cNvPr id="3" name="Body"/>
          <p:cNvSpPr txBox="1"/>
          <p:nvPr/>
        </p:nvSpPr>
        <p:spPr>
          <a:xfrm>
            <a:off x="914400" y="1600200"/>
            <a:ext cx="10363200" cy="4572000"/>
          </a:xfrm>
          <a:prstGeom prst="rect">
            <a:avLst/>
          </a:prstGeom>
        </p:spPr>
        <p:txBody>
          <a:bodyPr/>
          <a:lstStyle/>
          <a:p>
            <a:r>
              <a:rPr lang="en-US" sz="2400"/>
              <a:t>Frontend: React + Tailwind</a:t>
            </a:r>
          </a:p>
          <a:p>
            <a:r>
              <a:rPr lang="en-US" sz="2400"/>
              <a:t>Backend: Spring Boot</a:t>
            </a:r>
          </a:p>
          <a:p>
            <a:r>
              <a:rPr lang="en-US" sz="2400"/>
              <a:t>Database: SQLite</a:t>
            </a:r>
          </a:p>
          <a:p>
            <a:r>
              <a:rPr lang="en-US" sz="2400"/>
              <a:t>API Docs: Swagger</a:t>
            </a:r>
          </a:p>
          <a:p>
            <a:r>
              <a:rPr lang="en-US" sz="2400"/>
              <a:t>Runtime: Docker Compose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System Architecture</a:t>
            </a:r>
          </a:p>
        </p:txBody>
      </p:sp>
      <p:sp>
        <p:nvSpPr>
          <p:cNvPr id="3" name="Body"/>
          <p:cNvSpPr txBox="1"/>
          <p:nvPr/>
        </p:nvSpPr>
        <p:spPr>
          <a:xfrm>
            <a:off x="914400" y="1600200"/>
            <a:ext cx="10363200" cy="4572000"/>
          </a:xfrm>
          <a:prstGeom prst="rect">
            <a:avLst/>
          </a:prstGeom>
        </p:spPr>
        <p:txBody>
          <a:bodyPr/>
          <a:lstStyle/>
          <a:p>
            <a:r>
              <a:rPr lang="en-US" sz="2400"/>
              <a:t>Browser frontend communicates with the Spring Boot API. The API validates requests, applies authentication, stores data in SQLite, and exposes Swagger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Modules</a:t>
            </a:r>
          </a:p>
        </p:txBody>
      </p:sp>
      <p:sp>
        <p:nvSpPr>
          <p:cNvPr id="3" name="Body"/>
          <p:cNvSpPr txBox="1"/>
          <p:nvPr/>
        </p:nvSpPr>
        <p:spPr>
          <a:xfrm>
            <a:off x="914400" y="1600200"/>
            <a:ext cx="10363200" cy="4572000"/>
          </a:xfrm>
          <a:prstGeom prst="rect">
            <a:avLst/>
          </a:prstGeom>
        </p:spPr>
        <p:txBody>
          <a:bodyPr/>
          <a:lstStyle/>
          <a:p>
            <a:r>
              <a:rPr lang="en-US" sz="2400"/>
              <a:t>- Dashboard</a:t>
            </a:r>
          </a:p>
          <a:p>
            <a:r>
              <a:rPr lang="en-US" sz="2400"/>
              <a:t>- Cab Booking Customers</a:t>
            </a:r>
          </a:p>
          <a:p>
            <a:r>
              <a:rPr lang="en-US" sz="2400"/>
              <a:t>- Cab Booking Slots</a:t>
            </a:r>
          </a:p>
          <a:p>
            <a:r>
              <a:rPr lang="en-US" sz="2400"/>
              <a:t>- Cab Bookings</a:t>
            </a:r>
          </a:p>
          <a:p>
            <a:r>
              <a:rPr lang="en-US" sz="2400"/>
              <a:t>- Cab Booking Payments</a:t>
            </a:r>
          </a:p>
          <a:p>
            <a:r>
              <a:rPr lang="en-US" sz="2400"/>
              <a:t>- Cab Booking Cancellations</a:t>
            </a:r>
          </a:p>
          <a:p>
            <a:r>
              <a:rPr lang="en-US" sz="2400"/>
              <a:t>- Create Booking</a:t>
            </a:r>
          </a:p>
          <a:p>
            <a:r>
              <a:rPr lang="en-US" sz="2400"/>
              <a:t>- Reschedule Booking</a:t>
            </a:r>
          </a:p>
          <a:p>
            <a:r>
              <a:rPr lang="en-US" sz="2400"/>
              <a:t>- Process Cancellation</a:t>
            </a:r>
          </a:p>
          <a:p>
            <a:r>
              <a:rPr lang="en-US" sz="2400"/>
              <a:t>- Reports</a:t>
            </a:r>
          </a:p>
          <a:p>
            <a:r>
              <a:rPr lang="en-US" sz="2400"/>
              <a:t>- Audit Trail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Database Design</a:t>
            </a:r>
          </a:p>
        </p:txBody>
      </p:sp>
      <p:sp>
        <p:nvSpPr>
          <p:cNvPr id="3" name="Body"/>
          <p:cNvSpPr txBox="1"/>
          <p:nvPr/>
        </p:nvSpPr>
        <p:spPr>
          <a:xfrm>
            <a:off x="914400" y="1600200"/>
            <a:ext cx="10363200" cy="4572000"/>
          </a:xfrm>
          <a:prstGeom prst="rect">
            <a:avLst/>
          </a:prstGeom>
        </p:spPr>
        <p:txBody>
          <a:bodyPr/>
          <a:lstStyle/>
          <a:p>
            <a:r>
              <a:rPr lang="en-US" sz="2400"/>
              <a:t>The data model includes users, roles, audit logs, and domain collections for Cab Booking Customers, Cab Booking Slots, Cab Bookings, Cab Booking Payments, Cab Booking Cancellations. Key fields include Cab Booking Customers with Cab Booking Customer Code, Cab Booking Customer Name, Cab Booking Category, Booking &amp; Reservation Management Owner, Cab Booking Customer Status, Cab Booking Customer Code, Cab Booking Phone Number, Cab Booking Email; Cab Booking Slots with Cab Booking Slot Code, Cab Booking Slot Name, Cab Booking Category, Booking &amp; Reservation Management Owner, Cab Booking Slot Status, Cab Booking Slot Code, Cab Booking Slot Date, Cab Booking Capacity; Cab Bookings with Cab Booking Booking Code, Cab Booking Booking Name, Cab Booking Category, Booking &amp; Reservation Management Owner, Cab Booking Booking Status, Cab Booking Booking Number, Cab Booking Booking Date, Cab Booking Booking Status; Cab Booking Payments with Cab Booking Payment Code, Cab Booking Payment Name, Cab Booking Category, Booking &amp; Reservation Management Owner, Cab Booking Payment Status, Cab Booking Payment Number, Cab Booking Amount, Cab Booking Payment Status; Cab Booking Cancellations with Cab Booking Cancellation Code, Cab Booking Cancellation Name, Cab Booking Category, Booking &amp; Reservation Management Owner, Cab Booking Cancellation Status, Cab Booking Cancellation Number, Cab Booking Cancellation Reason, Cab Booking Refund Amount.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Screenshots</a:t>
            </a:r>
          </a:p>
        </p:txBody>
      </p:sp>
      <p:sp>
        <p:nvSpPr>
          <p:cNvPr id="3" name="Body"/>
          <p:cNvSpPr txBox="1"/>
          <p:nvPr/>
        </p:nvSpPr>
        <p:spPr>
          <a:xfrm>
            <a:off x="914400" y="1600200"/>
            <a:ext cx="10363200" cy="4572000"/>
          </a:xfrm>
          <a:prstGeom prst="rect">
            <a:avLst/>
          </a:prstGeom>
        </p:spPr>
        <p:txBody>
          <a:bodyPr/>
          <a:lstStyle/>
          <a:p>
            <a:r>
              <a:rPr lang="en-US" sz="2400"/>
              <a:t>Use screenshots from docs/screenshots: login page, dashboard, management pages, reports, audit log, and Swagger.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Testing</a:t>
            </a:r>
          </a:p>
        </p:txBody>
      </p:sp>
      <p:sp>
        <p:nvSpPr>
          <p:cNvPr id="3" name="Body"/>
          <p:cNvSpPr txBox="1"/>
          <p:nvPr/>
        </p:nvSpPr>
        <p:spPr>
          <a:xfrm>
            <a:off x="914400" y="1600200"/>
            <a:ext cx="10363200" cy="4572000"/>
          </a:xfrm>
          <a:prstGeom prst="rect">
            <a:avLst/>
          </a:prstGeom>
        </p:spPr>
        <p:txBody>
          <a:bodyPr/>
          <a:lstStyle/>
          <a:p>
            <a:r>
              <a:rPr lang="en-US" sz="2400"/>
              <a:t>Testing includes backend build, frontend build, Docker config, migration, seed, health endpoint, Swagger endpoint, login API, CRUD smoke test, browser smoke test, screenshots, and uniqueness validation.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Future Scope</a:t>
            </a:r>
          </a:p>
        </p:txBody>
      </p:sp>
      <p:sp>
        <p:nvSpPr>
          <p:cNvPr id="3" name="Body"/>
          <p:cNvSpPr txBox="1"/>
          <p:nvPr/>
        </p:nvSpPr>
        <p:spPr>
          <a:xfrm>
            <a:off x="914400" y="1600200"/>
            <a:ext cx="10363200" cy="4572000"/>
          </a:xfrm>
          <a:prstGeom prst="rect">
            <a:avLst/>
          </a:prstGeom>
        </p:spPr>
        <p:txBody>
          <a:bodyPr/>
          <a:lstStyle/>
          <a:p>
            <a:r>
              <a:rPr lang="en-US" sz="2400"/>
              <a:t>- Create Booking: Create Booking for cab booking with clear steps, ownership, and audit-ready status updates.</a:t>
            </a:r>
          </a:p>
          <a:p>
            <a:r>
              <a:rPr lang="en-US" sz="2400"/>
              <a:t>- Reschedule Booking: Reschedule Booking for cab booking with clear steps, ownership, and audit-ready status updates.</a:t>
            </a:r>
          </a:p>
          <a:p>
            <a:r>
              <a:rPr lang="en-US" sz="2400"/>
              <a:t>- Process Cancellation: Process Cancellation for cab booking with clear steps, ownership, and audit-ready status updates.</a:t>
            </a:r>
          </a:p>
          <a:p>
            <a:r>
              <a:rPr lang="en-US" sz="2400"/>
              <a:t>- PDF/Excel export</a:t>
            </a:r>
          </a:p>
          <a:p>
            <a:r>
              <a:rPr lang="en-US" sz="2400"/>
              <a:t>- role-based permissions</a:t>
            </a:r>
          </a:p>
          <a:p>
            <a:r>
              <a:rPr lang="en-US" sz="2400"/>
              <a:t>- email/SMS notifications</a:t>
            </a:r>
          </a:p>
          <a:p>
            <a:r>
              <a:rPr lang="en-US" sz="2400"/>
              <a:t>- advanced analytics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Conclusion</a:t>
            </a:r>
          </a:p>
        </p:txBody>
      </p:sp>
      <p:sp>
        <p:nvSpPr>
          <p:cNvPr id="3" name="Body"/>
          <p:cNvSpPr txBox="1"/>
          <p:nvPr/>
        </p:nvSpPr>
        <p:spPr>
          <a:xfrm>
            <a:off x="914400" y="1600200"/>
            <a:ext cx="10363200" cy="4572000"/>
          </a:xfrm>
          <a:prstGeom prst="rect">
            <a:avLst/>
          </a:prstGeom>
        </p:spPr>
        <p:txBody>
          <a:bodyPr/>
          <a:lstStyle/>
          <a:p>
            <a:r>
              <a:rPr lang="en-US" sz="2400"/>
              <a:t>Cab Booking Management System is major-project ready because it includes working code, workflows, analytics scope, seed data, Docker setup, validation, browser testing, screenshots, config-driven project material, and complete submission documentation.</a:t>
            </a:r>
          </a:p>
        </p:txBody>
      </p:sp>
    </p:spTree>
  </p:cSld>
  <p:clrMapOvr>
    <a:masterClrMapping/>
  </p:clrMapOvr>
</p:sld>
</file>

<file path=ppt/theme/theme1.xml><?xml version="1.0" encoding="utf-8"?>
<a:theme xmlns:a="http://schemas.openxmlformats.org/drawingml/2006/main" name="Student Project Factory">
  <a:themeElements>
    <a:clrScheme name="Office">
      <a:dk1>
        <a:sysClr val="windowText" lastClr="000000"/>
      </a:dk1>
      <a:lt1>
        <a:sysClr val="window" lastClr="FFFFFF"/>
      </a:lt1>
      <a:dk2>
        <a:srgbClr val="1F2937"/>
      </a:dk2>
      <a:lt2>
        <a:srgbClr val="F8FAFC"/>
      </a:lt2>
      <a:accent1>
        <a:srgbClr val="2563EB"/>
      </a:accent1>
      <a:accent2>
        <a:srgbClr val="059669"/>
      </a:accent2>
      <a:accent3>
        <a:srgbClr val="D97706"/>
      </a:accent3>
      <a:accent4>
        <a:srgbClr val="7C3AED"/>
      </a:accent4>
      <a:accent5>
        <a:srgbClr val="DC2626"/>
      </a:accent5>
      <a:accent6>
        <a:srgbClr val="0891B2"/>
      </a:accent6>
      <a:hlink>
        <a:srgbClr val="2563EB"/>
      </a:hlink>
      <a:folHlink>
        <a:srgbClr val="7C3AED"/>
      </a:folHlink>
    </a:clrScheme>
    <a:fontScheme name="Office">
      <a:majorFont>
        <a:latin typeface="Arial"/>
      </a:majorFont>
      <a:minorFont>
        <a:latin typeface="Arial"/>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